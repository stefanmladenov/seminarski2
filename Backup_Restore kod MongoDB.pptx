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c5628914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c5628914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c5628914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dc5628914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dc5628914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dc5628914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dc5628914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dc5628914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c5628914b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c5628914b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dc5628914b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dc5628914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c5628914b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c5628914b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c5628914b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c5628914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c5628914b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dc5628914b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c5628914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c5628914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c5628914b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c5628914b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Backup/Restore kod MongoDB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99" y="4311850"/>
            <a:ext cx="7324800" cy="4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Stefan Mladenov 1205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Zašto Bekap?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Gubitak podataka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Narušavanje verodostojnosti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Otkaz memorijskog medijuma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Prirodna katastrofa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Nestanak napajanja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Zlonamerni proboj spolja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3624" y="2247699"/>
            <a:ext cx="4931500" cy="24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Bekap slojevi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13" y="1105050"/>
            <a:ext cx="650557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Logički bekapovi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BSON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JSON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CSV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Verifikacija strukture baze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Pakovanje podataka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Prenos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Mongodump/Mongorestore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Mongoimport/Mongoexport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875" y="1300172"/>
            <a:ext cx="4559150" cy="342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Mongodump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8520600" cy="34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BSON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Standalone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Replike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Distribuirani podaci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Opcije: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host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username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password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nsInclude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collection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Mongorestore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Dodavanje podataka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Automatska kreacija baze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Nema ažuriranja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Moguće kopiranje iz zipovanog fajla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Slične opcije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nsFrom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nsTo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nsInclude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-- nsExclude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Alati za kreiranje bekapova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MongoDB Backup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Node.js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CLI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Mongob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Python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Zipovani bekap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Direktno kopiranje na drugu instancu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Inkrementalni bekapovi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Mongoexport - Mongoimport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JSON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CSV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TSV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Ne zavise od verzije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Granularnije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Filtriranje - --fields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Sortiranje - --sort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Paginacija - --limit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Preskakanje - --skip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Mongoimport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Mod rada - --mode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Insert - greška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Upsert - prepisivanje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Merge - spajanje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Fizički bekapovi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Snapshot-ovi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Mount-ovanje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LVM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lvcreate --size 100M --snapshot --name db /dev/mongodb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sr"/>
              <a:t>gzip -d -c db.gz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WiredTiger Engine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MongoDB Atlas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MongoDB Cloud Manager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sr"/>
              <a:t>EBS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MongoDB Service Manager</a:t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9813" y="1142000"/>
            <a:ext cx="4264375" cy="36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21315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